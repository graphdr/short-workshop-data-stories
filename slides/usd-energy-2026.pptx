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2" r:id="rId2"/>
    <p:sldId id="256" r:id="rId3"/>
    <p:sldId id="260" r:id="rId4"/>
    <p:sldId id="259" r:id="rId5"/>
    <p:sldId id="271" r:id="rId6"/>
    <p:sldId id="272" r:id="rId7"/>
    <p:sldId id="265" r:id="rId8"/>
    <p:sldId id="267" r:id="rId9"/>
    <p:sldId id="283" r:id="rId10"/>
    <p:sldId id="280" r:id="rId11"/>
    <p:sldId id="257" r:id="rId12"/>
    <p:sldId id="266" r:id="rId13"/>
    <p:sldId id="284" r:id="rId14"/>
    <p:sldId id="273" r:id="rId15"/>
    <p:sldId id="274" r:id="rId16"/>
    <p:sldId id="275" r:id="rId1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5FDF2-9D78-4FA6-8D0B-1C0BA18FB9A0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88291-47D1-47EB-9581-8CA6A3F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1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BF93-3142-9726-01FC-F704617A6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97CEF-3723-A40D-6BD6-EC050A948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6F2A-D159-625B-97FD-BDD1DB97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9BC68-D7EA-4BF0-7C92-ECA35AB4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09CE-CCA1-0F47-404E-BCD34DA5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1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3FBF-192F-B538-71E2-38CB25C2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308DE-3F3F-46C8-AC97-CE497EAAF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3671E-8236-918A-9422-3D8EF356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1AA11-FEC3-E2E8-CFCE-7E89D9D1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52DCD-1993-5034-D4E6-050853DE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3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1517-C676-C92F-5EA1-E4416ED6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808D3-7334-D64C-EE23-8409BDBA1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A2DA-0CE2-7F6F-C451-66FBC3B9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A8-98F1-13FF-B0AD-9AD7BF0D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6202-EF8C-BFE1-9739-EED622CC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0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AC13-30C6-9BCF-D216-117F2DBA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740F-60BE-2E64-1A8B-B08279C73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D4C03-FB2E-F42D-4019-C3752620E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A59E-95CB-48FE-F5D8-A0EBA7D9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76B3E-48A5-B9D2-864E-6BAFDDF6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8976F-B5D8-9870-D0AC-CDD6D260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D80B-A3B4-B44A-E5C2-9926C83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763B8-60DF-C980-3405-DE0D30E7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E632D-A37F-6FD4-E640-DFE25EC43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F577E-CC0F-111D-9F16-A81EC0132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47741-E04F-F588-C880-80EDAE5A6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8FDF4-485B-9076-0A33-23C64E42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4CD05-C02F-6B04-8E63-E193EC10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D564E-DD24-0EE7-FEA1-32FD1862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9E55-C14E-9BA6-8BCD-368BD458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3EDE-FE43-3B83-069D-A36F6941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F7F21-6C2E-F414-5554-51CA5624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A60B1-8A7F-D5E9-6F67-69F21E53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8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6F7E8-B3D5-BCF1-6A6C-AA6628F2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BAD13-4212-C0AF-0BBF-4A377C5A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0827-C287-0BC0-3504-CB4CC7CD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0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92E9-E6FD-ED75-C64F-068BD85A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A6D1-DA6D-19EF-26C7-F2228112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D744F-FB99-3E08-AA78-0874E4941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44E18-A4E7-0FAB-2A9E-CFD4617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003E3-C906-72CD-60B6-1A5A58CF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78A9F-D906-C1CA-ADE5-EAC31C99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6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7732-2CB3-B144-512D-19F401B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ECCDE-F9B8-4811-B271-D6ABF78F5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6B482-71F7-8523-2DFC-272A23248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459FD-F58A-2362-6C23-8490AB57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1CF0F-9F08-6064-0024-9ED23334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F47DC-E24D-A303-818A-A6124094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3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4F06-DAF6-518D-8322-2EB04655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0D9C5-A25D-7613-7713-9A91B5EED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B9D4-75C3-16CC-36FC-E617DDF9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45E4D-F710-2F64-EB56-BB90C6BE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A2F70-A2F9-907B-F742-4E45A32B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1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2343F-D13C-C892-7F40-DE3E06C0D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64390-B3C9-B47B-F7CE-E1C0E470F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2DCE5-B36F-D6A5-66B4-433A332A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7C870-2E5B-7810-E5D8-78C292C1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6A95-CC9D-0D6A-D214-F5B1FC62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141D3-5F99-AA04-024D-5B81A481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65DF-3F27-018B-3F22-40B7B0862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A7E5-7DFD-DFDE-E5DF-CA3145167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1B898-0EB5-42B9-BCB4-7B3C7459A563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8F1A3-D0C7-1E4F-3599-FF764D3C5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2172-B6C5-7905-2E59-979840959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36D3-3E6C-1289-2AC3-17ED1A3A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2AAB0-AB41-EB1C-6213-7D6F60C7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34EFB78-5BE3-C584-67A2-710DA31F2393}"/>
              </a:ext>
            </a:extLst>
          </p:cNvPr>
          <p:cNvSpPr txBox="1"/>
          <p:nvPr/>
        </p:nvSpPr>
        <p:spPr>
          <a:xfrm>
            <a:off x="5326622" y="684448"/>
            <a:ext cx="1538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One day in August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130B35-DB88-29AB-9823-55640F677F70}"/>
              </a:ext>
            </a:extLst>
          </p:cNvPr>
          <p:cNvCxnSpPr>
            <a:cxnSpLocks/>
          </p:cNvCxnSpPr>
          <p:nvPr/>
        </p:nvCxnSpPr>
        <p:spPr>
          <a:xfrm rot="5400000" flipH="1">
            <a:off x="1287908" y="1379228"/>
            <a:ext cx="1204784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405003-1FC2-119C-5CF3-0AE6CB35412A}"/>
              </a:ext>
            </a:extLst>
          </p:cNvPr>
          <p:cNvCxnSpPr>
            <a:cxnSpLocks/>
          </p:cNvCxnSpPr>
          <p:nvPr/>
        </p:nvCxnSpPr>
        <p:spPr>
          <a:xfrm rot="5400000" flipH="1">
            <a:off x="10104410" y="1379228"/>
            <a:ext cx="1204784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5DDF92-48AC-3BDA-C3A9-EAE6426D37DE}"/>
              </a:ext>
            </a:extLst>
          </p:cNvPr>
          <p:cNvCxnSpPr>
            <a:cxnSpLocks/>
          </p:cNvCxnSpPr>
          <p:nvPr/>
        </p:nvCxnSpPr>
        <p:spPr>
          <a:xfrm>
            <a:off x="1890300" y="992225"/>
            <a:ext cx="88165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E71FAB-66D3-A83E-B1F5-8AD1B104566E}"/>
              </a:ext>
            </a:extLst>
          </p:cNvPr>
          <p:cNvSpPr txBox="1"/>
          <p:nvPr/>
        </p:nvSpPr>
        <p:spPr>
          <a:xfrm>
            <a:off x="1890300" y="2289397"/>
            <a:ext cx="245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Measure kW every 15 minutes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9F9DB-C9CD-A137-6444-ED439F256505}"/>
              </a:ext>
            </a:extLst>
          </p:cNvPr>
          <p:cNvSpPr txBox="1"/>
          <p:nvPr/>
        </p:nvSpPr>
        <p:spPr>
          <a:xfrm>
            <a:off x="1839053" y="1685710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12:15 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FF746-5CCB-C24B-738A-AD63F49D65CA}"/>
              </a:ext>
            </a:extLst>
          </p:cNvPr>
          <p:cNvSpPr txBox="1"/>
          <p:nvPr/>
        </p:nvSpPr>
        <p:spPr>
          <a:xfrm>
            <a:off x="9874371" y="1685710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midnight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6C2F0F-66F6-C2C9-739E-E877D3E84643}"/>
              </a:ext>
            </a:extLst>
          </p:cNvPr>
          <p:cNvGrpSpPr/>
          <p:nvPr/>
        </p:nvGrpSpPr>
        <p:grpSpPr>
          <a:xfrm>
            <a:off x="2272825" y="2587557"/>
            <a:ext cx="94239" cy="878066"/>
            <a:chOff x="5027645" y="786712"/>
            <a:chExt cx="107089" cy="112652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92D2737-6547-9604-77C8-956983EFE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7645" y="786712"/>
              <a:ext cx="100409" cy="112652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898AEE-C9EB-F654-FAFD-1138ADC96E02}"/>
                </a:ext>
              </a:extLst>
            </p:cNvPr>
            <p:cNvCxnSpPr>
              <a:cxnSpLocks/>
            </p:cNvCxnSpPr>
            <p:nvPr/>
          </p:nvCxnSpPr>
          <p:spPr>
            <a:xfrm>
              <a:off x="5134734" y="786712"/>
              <a:ext cx="0" cy="112652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608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286B194-3A04-F8AE-8D22-0D446E6FDA3C}"/>
              </a:ext>
            </a:extLst>
          </p:cNvPr>
          <p:cNvGrpSpPr/>
          <p:nvPr/>
        </p:nvGrpSpPr>
        <p:grpSpPr>
          <a:xfrm>
            <a:off x="951465" y="-4"/>
            <a:ext cx="1902944" cy="6858000"/>
            <a:chOff x="1161533" y="-4"/>
            <a:chExt cx="1902944" cy="6858000"/>
          </a:xfrm>
        </p:grpSpPr>
        <p:pic>
          <p:nvPicPr>
            <p:cNvPr id="29" name="Picture 2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76E93579-A8BC-1A4F-200A-D0DF8AA113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39" t="4144" r="81960"/>
            <a:stretch/>
          </p:blipFill>
          <p:spPr>
            <a:xfrm>
              <a:off x="1482810" y="284201"/>
              <a:ext cx="926757" cy="6573795"/>
            </a:xfrm>
            <a:prstGeom prst="rect">
              <a:avLst/>
            </a:prstGeom>
          </p:spPr>
        </p:pic>
        <p:pic>
          <p:nvPicPr>
            <p:cNvPr id="30" name="Picture 29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0FE88CA-660E-6ADA-B4BC-E0C1E5346B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22" r="408"/>
            <a:stretch/>
          </p:blipFill>
          <p:spPr>
            <a:xfrm>
              <a:off x="2421925" y="-4"/>
              <a:ext cx="642552" cy="6858000"/>
            </a:xfrm>
            <a:prstGeom prst="rect">
              <a:avLst/>
            </a:prstGeom>
          </p:spPr>
        </p:pic>
        <p:pic>
          <p:nvPicPr>
            <p:cNvPr id="31" name="Picture 30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EE29E0B6-4D4E-27A2-9C0E-01A610851D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" r="96942"/>
            <a:stretch/>
          </p:blipFill>
          <p:spPr>
            <a:xfrm>
              <a:off x="1161533" y="-4"/>
              <a:ext cx="339809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456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1FA6-76C8-F592-4695-1294D37B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1520513-19E9-2B2D-21A4-437D39D19D6F}"/>
              </a:ext>
            </a:extLst>
          </p:cNvPr>
          <p:cNvGrpSpPr/>
          <p:nvPr/>
        </p:nvGrpSpPr>
        <p:grpSpPr>
          <a:xfrm>
            <a:off x="951465" y="-4"/>
            <a:ext cx="1902944" cy="6858000"/>
            <a:chOff x="1161533" y="-4"/>
            <a:chExt cx="1902944" cy="6858000"/>
          </a:xfrm>
        </p:grpSpPr>
        <p:pic>
          <p:nvPicPr>
            <p:cNvPr id="29" name="Picture 2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7F12A22-E196-80C5-0965-ABADBA08DD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39" t="4144" r="81960"/>
            <a:stretch/>
          </p:blipFill>
          <p:spPr>
            <a:xfrm>
              <a:off x="1482810" y="284201"/>
              <a:ext cx="926757" cy="6573795"/>
            </a:xfrm>
            <a:prstGeom prst="rect">
              <a:avLst/>
            </a:prstGeom>
          </p:spPr>
        </p:pic>
        <p:pic>
          <p:nvPicPr>
            <p:cNvPr id="30" name="Picture 29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AAE875E6-3891-D362-0547-A1D2D5C5A2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22" r="408"/>
            <a:stretch/>
          </p:blipFill>
          <p:spPr>
            <a:xfrm>
              <a:off x="2421925" y="-4"/>
              <a:ext cx="642552" cy="6858000"/>
            </a:xfrm>
            <a:prstGeom prst="rect">
              <a:avLst/>
            </a:prstGeom>
          </p:spPr>
        </p:pic>
        <p:pic>
          <p:nvPicPr>
            <p:cNvPr id="31" name="Picture 30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36B825B-B7A5-5EED-24A9-06BF3884CC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" r="96942"/>
            <a:stretch/>
          </p:blipFill>
          <p:spPr>
            <a:xfrm>
              <a:off x="1161533" y="-4"/>
              <a:ext cx="339809" cy="6858000"/>
            </a:xfrm>
            <a:prstGeom prst="rect">
              <a:avLst/>
            </a:prstGeom>
          </p:spPr>
        </p:pic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8BDDAB-11E4-56C9-A475-E75935E55598}"/>
              </a:ext>
            </a:extLst>
          </p:cNvPr>
          <p:cNvCxnSpPr>
            <a:cxnSpLocks/>
          </p:cNvCxnSpPr>
          <p:nvPr/>
        </p:nvCxnSpPr>
        <p:spPr>
          <a:xfrm>
            <a:off x="1575483" y="5240182"/>
            <a:ext cx="0" cy="85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F3C3DDC-CF94-7A26-AE2A-8539314389E6}"/>
              </a:ext>
            </a:extLst>
          </p:cNvPr>
          <p:cNvSpPr txBox="1"/>
          <p:nvPr/>
        </p:nvSpPr>
        <p:spPr>
          <a:xfrm>
            <a:off x="1459821" y="4981253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7:00 am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5A66B4-9912-B4D3-3EF3-25455CAB369A}"/>
              </a:ext>
            </a:extLst>
          </p:cNvPr>
          <p:cNvCxnSpPr>
            <a:cxnSpLocks/>
          </p:cNvCxnSpPr>
          <p:nvPr/>
        </p:nvCxnSpPr>
        <p:spPr>
          <a:xfrm flipH="1">
            <a:off x="1960006" y="5564030"/>
            <a:ext cx="232540" cy="697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8F97E87-9358-126C-38DD-9CBB48A0643D}"/>
              </a:ext>
            </a:extLst>
          </p:cNvPr>
          <p:cNvSpPr txBox="1"/>
          <p:nvPr/>
        </p:nvSpPr>
        <p:spPr>
          <a:xfrm>
            <a:off x="2128681" y="5333426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7:00 pm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178979-628D-7EAB-18EC-C8B3AF6D6EB1}"/>
              </a:ext>
            </a:extLst>
          </p:cNvPr>
          <p:cNvCxnSpPr>
            <a:cxnSpLocks/>
          </p:cNvCxnSpPr>
          <p:nvPr/>
        </p:nvCxnSpPr>
        <p:spPr>
          <a:xfrm flipH="1">
            <a:off x="2138744" y="6116595"/>
            <a:ext cx="194505" cy="24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08E0C92-5CF9-8A31-87F9-3BF0AC0A5AB0}"/>
              </a:ext>
            </a:extLst>
          </p:cNvPr>
          <p:cNvSpPr txBox="1"/>
          <p:nvPr/>
        </p:nvSpPr>
        <p:spPr>
          <a:xfrm>
            <a:off x="2257042" y="5877314"/>
            <a:ext cx="838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midnight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0249D-CFF5-6EA3-BFC6-D77DB6A22014}"/>
              </a:ext>
            </a:extLst>
          </p:cNvPr>
          <p:cNvSpPr txBox="1"/>
          <p:nvPr/>
        </p:nvSpPr>
        <p:spPr>
          <a:xfrm>
            <a:off x="5203343" y="3918232"/>
            <a:ext cx="5136534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</a:t>
            </a:r>
          </a:p>
          <a:p>
            <a:endParaRPr lang="en-US" sz="1400" dirty="0"/>
          </a:p>
          <a:p>
            <a:r>
              <a:rPr lang="en-US" sz="1400" dirty="0"/>
              <a:t>“7” is 7 am</a:t>
            </a:r>
          </a:p>
          <a:p>
            <a:r>
              <a:rPr lang="en-US" sz="1400" dirty="0"/>
              <a:t>“19” is 7 pm</a:t>
            </a:r>
          </a:p>
          <a:p>
            <a:endParaRPr lang="en-US" sz="1400" dirty="0"/>
          </a:p>
          <a:p>
            <a:r>
              <a:rPr lang="en-US" sz="1400" dirty="0"/>
              <a:t>The report appendix has one of these charts for each billing month. </a:t>
            </a:r>
          </a:p>
        </p:txBody>
      </p:sp>
    </p:spTree>
    <p:extLst>
      <p:ext uri="{BB962C8B-B14F-4D97-AF65-F5344CB8AC3E}">
        <p14:creationId xmlns:p14="http://schemas.microsoft.com/office/powerpoint/2010/main" val="250651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5BB5-8408-2A46-06BD-03A084F2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0E9D3C0-F146-9EE8-1C7D-140C572C9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6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1AB2-8AF1-F571-F332-C59D54EB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1B938-AF71-4623-5B8A-E899284DF82B}"/>
              </a:ext>
            </a:extLst>
          </p:cNvPr>
          <p:cNvSpPr txBox="1"/>
          <p:nvPr/>
        </p:nvSpPr>
        <p:spPr>
          <a:xfrm>
            <a:off x="5190987" y="3275111"/>
            <a:ext cx="31609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Respond to the prompts in the handout. 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B57ED0C-8221-EEE6-31C7-E740E73EB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7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4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B931-66E6-0F52-6FE1-E7A7383A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962D-9EEB-417B-5C0C-61487DAED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can be organized in a different way</a:t>
            </a:r>
          </a:p>
        </p:txBody>
      </p:sp>
    </p:spTree>
    <p:extLst>
      <p:ext uri="{BB962C8B-B14F-4D97-AF65-F5344CB8AC3E}">
        <p14:creationId xmlns:p14="http://schemas.microsoft.com/office/powerpoint/2010/main" val="284580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0071-8400-C650-F87D-A23B397B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A3DB4DB-D0F5-CA5F-7057-E7D1D6761B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4" b="74865"/>
          <a:stretch/>
        </p:blipFill>
        <p:spPr>
          <a:xfrm>
            <a:off x="0" y="259492"/>
            <a:ext cx="12192000" cy="14642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30A4CB9-724D-CD7E-4AF2-92E89E0FA3BA}"/>
              </a:ext>
            </a:extLst>
          </p:cNvPr>
          <p:cNvSpPr/>
          <p:nvPr/>
        </p:nvSpPr>
        <p:spPr>
          <a:xfrm>
            <a:off x="316127" y="98854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103FF2-3257-0342-00CC-D173AFC14329}"/>
              </a:ext>
            </a:extLst>
          </p:cNvPr>
          <p:cNvSpPr/>
          <p:nvPr/>
        </p:nvSpPr>
        <p:spPr>
          <a:xfrm>
            <a:off x="1239794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D32430-1BF0-A905-A4AB-2FD7DA0893D2}"/>
              </a:ext>
            </a:extLst>
          </p:cNvPr>
          <p:cNvSpPr/>
          <p:nvPr/>
        </p:nvSpPr>
        <p:spPr>
          <a:xfrm>
            <a:off x="2181995" y="928818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ED4FE7-D686-1A12-8F1C-E8C627B41C10}"/>
              </a:ext>
            </a:extLst>
          </p:cNvPr>
          <p:cNvSpPr/>
          <p:nvPr/>
        </p:nvSpPr>
        <p:spPr>
          <a:xfrm>
            <a:off x="3105663" y="949412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5600D3-6FB9-5DF4-52F3-3C109ED00935}"/>
              </a:ext>
            </a:extLst>
          </p:cNvPr>
          <p:cNvSpPr/>
          <p:nvPr/>
        </p:nvSpPr>
        <p:spPr>
          <a:xfrm>
            <a:off x="4029331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A13D63-0761-7076-1486-96B5873B8DBF}"/>
              </a:ext>
            </a:extLst>
          </p:cNvPr>
          <p:cNvSpPr/>
          <p:nvPr/>
        </p:nvSpPr>
        <p:spPr>
          <a:xfrm>
            <a:off x="4981828" y="1016344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3B814D-3823-AA55-1D51-35F973FA42E4}"/>
              </a:ext>
            </a:extLst>
          </p:cNvPr>
          <p:cNvSpPr/>
          <p:nvPr/>
        </p:nvSpPr>
        <p:spPr>
          <a:xfrm>
            <a:off x="5895200" y="105238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8433DB-4660-628A-12F0-7A5DA22056B3}"/>
              </a:ext>
            </a:extLst>
          </p:cNvPr>
          <p:cNvSpPr/>
          <p:nvPr/>
        </p:nvSpPr>
        <p:spPr>
          <a:xfrm>
            <a:off x="6853878" y="995749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989380-ACB9-D51B-AF1B-CF6C62CC4DD2}"/>
              </a:ext>
            </a:extLst>
          </p:cNvPr>
          <p:cNvSpPr/>
          <p:nvPr/>
        </p:nvSpPr>
        <p:spPr>
          <a:xfrm>
            <a:off x="7791962" y="100501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36F8EF-67BC-A2C6-1725-5F2300640545}"/>
              </a:ext>
            </a:extLst>
          </p:cNvPr>
          <p:cNvSpPr/>
          <p:nvPr/>
        </p:nvSpPr>
        <p:spPr>
          <a:xfrm>
            <a:off x="8699152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5C31EC-4496-B03B-EEA7-BA0B97F34D12}"/>
              </a:ext>
            </a:extLst>
          </p:cNvPr>
          <p:cNvSpPr/>
          <p:nvPr/>
        </p:nvSpPr>
        <p:spPr>
          <a:xfrm>
            <a:off x="9637236" y="101222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C1F329-6118-6713-2880-1B319AF4CA31}"/>
              </a:ext>
            </a:extLst>
          </p:cNvPr>
          <p:cNvSpPr/>
          <p:nvPr/>
        </p:nvSpPr>
        <p:spPr>
          <a:xfrm>
            <a:off x="10575320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DD210-BA93-BD0A-903F-0392E57A3009}"/>
              </a:ext>
            </a:extLst>
          </p:cNvPr>
          <p:cNvSpPr txBox="1"/>
          <p:nvPr/>
        </p:nvSpPr>
        <p:spPr>
          <a:xfrm>
            <a:off x="2466776" y="3118564"/>
            <a:ext cx="185809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First hour only, </a:t>
            </a:r>
          </a:p>
          <a:p>
            <a:r>
              <a:rPr lang="en-US" sz="1400" dirty="0"/>
              <a:t>every month, </a:t>
            </a:r>
          </a:p>
          <a:p>
            <a:r>
              <a:rPr lang="en-US" sz="1400" dirty="0"/>
              <a:t>average of the</a:t>
            </a:r>
          </a:p>
          <a:p>
            <a:r>
              <a:rPr lang="en-US" sz="1400" dirty="0"/>
              <a:t>readings in that hour</a:t>
            </a:r>
          </a:p>
        </p:txBody>
      </p:sp>
    </p:spTree>
    <p:extLst>
      <p:ext uri="{BB962C8B-B14F-4D97-AF65-F5344CB8AC3E}">
        <p14:creationId xmlns:p14="http://schemas.microsoft.com/office/powerpoint/2010/main" val="2327016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C645-B329-A760-8C01-4A4FD7C8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04694F-3AF6-8086-0811-93F0D0A198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4" b="74865"/>
          <a:stretch/>
        </p:blipFill>
        <p:spPr>
          <a:xfrm>
            <a:off x="0" y="290384"/>
            <a:ext cx="12192000" cy="143338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43C09E8-1113-0BCE-B55E-D083CA3EA02E}"/>
              </a:ext>
            </a:extLst>
          </p:cNvPr>
          <p:cNvSpPr/>
          <p:nvPr/>
        </p:nvSpPr>
        <p:spPr>
          <a:xfrm>
            <a:off x="316127" y="98854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981C28-AC44-24A5-1D41-CAFAEA5E534D}"/>
              </a:ext>
            </a:extLst>
          </p:cNvPr>
          <p:cNvSpPr/>
          <p:nvPr/>
        </p:nvSpPr>
        <p:spPr>
          <a:xfrm>
            <a:off x="1239794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8787EA-08F1-3137-B0A5-8C063E6DA47C}"/>
              </a:ext>
            </a:extLst>
          </p:cNvPr>
          <p:cNvSpPr/>
          <p:nvPr/>
        </p:nvSpPr>
        <p:spPr>
          <a:xfrm>
            <a:off x="2181995" y="928818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5502C9-F2B8-A13C-1BDC-1FA365B15CAF}"/>
              </a:ext>
            </a:extLst>
          </p:cNvPr>
          <p:cNvSpPr/>
          <p:nvPr/>
        </p:nvSpPr>
        <p:spPr>
          <a:xfrm>
            <a:off x="3105663" y="949412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E048BA-B60A-70B6-265A-D0257B610985}"/>
              </a:ext>
            </a:extLst>
          </p:cNvPr>
          <p:cNvSpPr/>
          <p:nvPr/>
        </p:nvSpPr>
        <p:spPr>
          <a:xfrm>
            <a:off x="4029331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8B4ED3-6F6A-24F9-B539-DBA5840F091B}"/>
              </a:ext>
            </a:extLst>
          </p:cNvPr>
          <p:cNvSpPr/>
          <p:nvPr/>
        </p:nvSpPr>
        <p:spPr>
          <a:xfrm>
            <a:off x="4981828" y="1016344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088856-B83A-488A-0F41-872FDE3FD254}"/>
              </a:ext>
            </a:extLst>
          </p:cNvPr>
          <p:cNvSpPr/>
          <p:nvPr/>
        </p:nvSpPr>
        <p:spPr>
          <a:xfrm>
            <a:off x="5895200" y="105238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D1804A-3553-0538-DB53-37F1D64FF02A}"/>
              </a:ext>
            </a:extLst>
          </p:cNvPr>
          <p:cNvSpPr/>
          <p:nvPr/>
        </p:nvSpPr>
        <p:spPr>
          <a:xfrm>
            <a:off x="6853878" y="995749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7B0A3F-8994-A1AD-E326-918AA4D959D1}"/>
              </a:ext>
            </a:extLst>
          </p:cNvPr>
          <p:cNvSpPr/>
          <p:nvPr/>
        </p:nvSpPr>
        <p:spPr>
          <a:xfrm>
            <a:off x="7791962" y="100501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7E30D7-2B34-70BA-E782-50EF6CACD6E0}"/>
              </a:ext>
            </a:extLst>
          </p:cNvPr>
          <p:cNvSpPr/>
          <p:nvPr/>
        </p:nvSpPr>
        <p:spPr>
          <a:xfrm>
            <a:off x="8699152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C56EC5-DABA-E8AB-CD24-C81A2D9060DD}"/>
              </a:ext>
            </a:extLst>
          </p:cNvPr>
          <p:cNvSpPr/>
          <p:nvPr/>
        </p:nvSpPr>
        <p:spPr>
          <a:xfrm>
            <a:off x="9637236" y="101222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E4F662-3A48-05EB-55AD-96CEF1B2CFD8}"/>
              </a:ext>
            </a:extLst>
          </p:cNvPr>
          <p:cNvSpPr/>
          <p:nvPr/>
        </p:nvSpPr>
        <p:spPr>
          <a:xfrm>
            <a:off x="10575320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C75CC-8925-337D-A455-DD56C3FC52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72"/>
          <a:stretch/>
        </p:blipFill>
        <p:spPr>
          <a:xfrm>
            <a:off x="5462499" y="2508422"/>
            <a:ext cx="1267002" cy="19589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9CB431-5ADA-88C4-4A38-D86B054FF819}"/>
              </a:ext>
            </a:extLst>
          </p:cNvPr>
          <p:cNvSpPr txBox="1"/>
          <p:nvPr/>
        </p:nvSpPr>
        <p:spPr>
          <a:xfrm>
            <a:off x="5895200" y="4467370"/>
            <a:ext cx="20384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Hour “1”</a:t>
            </a:r>
          </a:p>
          <a:p>
            <a:r>
              <a:rPr lang="en-US" sz="1400" dirty="0"/>
              <a:t>July 2018 thru June 2019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443EE-A236-1F44-8AC1-287141312CB4}"/>
              </a:ext>
            </a:extLst>
          </p:cNvPr>
          <p:cNvSpPr/>
          <p:nvPr/>
        </p:nvSpPr>
        <p:spPr>
          <a:xfrm>
            <a:off x="6326659" y="3249827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0DD7FC-D852-88E5-CC84-0BB46F01508D}"/>
              </a:ext>
            </a:extLst>
          </p:cNvPr>
          <p:cNvSpPr/>
          <p:nvPr/>
        </p:nvSpPr>
        <p:spPr>
          <a:xfrm>
            <a:off x="5975519" y="3560668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D66DB3-73E3-635B-1B47-6B389B66576D}"/>
              </a:ext>
            </a:extLst>
          </p:cNvPr>
          <p:cNvCxnSpPr>
            <a:cxnSpLocks/>
          </p:cNvCxnSpPr>
          <p:nvPr/>
        </p:nvCxnSpPr>
        <p:spPr>
          <a:xfrm flipH="1">
            <a:off x="6044423" y="2177252"/>
            <a:ext cx="555693" cy="1267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BB7AF5-283A-B4EF-B732-B1C5542964C8}"/>
              </a:ext>
            </a:extLst>
          </p:cNvPr>
          <p:cNvSpPr txBox="1"/>
          <p:nvPr/>
        </p:nvSpPr>
        <p:spPr>
          <a:xfrm>
            <a:off x="6420906" y="1895016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July 2018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2F16E2-840B-7519-1D89-9DCFEF31F2C2}"/>
              </a:ext>
            </a:extLst>
          </p:cNvPr>
          <p:cNvCxnSpPr>
            <a:cxnSpLocks/>
          </p:cNvCxnSpPr>
          <p:nvPr/>
        </p:nvCxnSpPr>
        <p:spPr>
          <a:xfrm flipH="1">
            <a:off x="6635561" y="3118564"/>
            <a:ext cx="957666" cy="449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68F1936-BCC9-01BE-A6B4-11CD751A30F5}"/>
              </a:ext>
            </a:extLst>
          </p:cNvPr>
          <p:cNvSpPr txBox="1"/>
          <p:nvPr/>
        </p:nvSpPr>
        <p:spPr>
          <a:xfrm>
            <a:off x="7539464" y="2923145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June 2019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06F708A-41AD-0035-95EA-B204FFF47F3B}"/>
              </a:ext>
            </a:extLst>
          </p:cNvPr>
          <p:cNvCxnSpPr>
            <a:cxnSpLocks/>
          </p:cNvCxnSpPr>
          <p:nvPr/>
        </p:nvCxnSpPr>
        <p:spPr>
          <a:xfrm flipH="1">
            <a:off x="6353759" y="2567184"/>
            <a:ext cx="828279" cy="935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D769C2-0D2C-C31E-288C-464060D38D6F}"/>
              </a:ext>
            </a:extLst>
          </p:cNvPr>
          <p:cNvSpPr txBox="1"/>
          <p:nvPr/>
        </p:nvSpPr>
        <p:spPr>
          <a:xfrm>
            <a:off x="7076035" y="2319612"/>
            <a:ext cx="1195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January 2019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7E959E-89D4-4AC5-5BCB-D2F12D4F5EFB}"/>
              </a:ext>
            </a:extLst>
          </p:cNvPr>
          <p:cNvSpPr txBox="1"/>
          <p:nvPr/>
        </p:nvSpPr>
        <p:spPr>
          <a:xfrm>
            <a:off x="2466776" y="3118564"/>
            <a:ext cx="1858090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First hour only, </a:t>
            </a:r>
          </a:p>
          <a:p>
            <a:r>
              <a:rPr lang="en-US" sz="1400" dirty="0"/>
              <a:t>every month, </a:t>
            </a:r>
          </a:p>
          <a:p>
            <a:r>
              <a:rPr lang="en-US" sz="1400" dirty="0"/>
              <a:t>average of the</a:t>
            </a:r>
          </a:p>
          <a:p>
            <a:r>
              <a:rPr lang="en-US" sz="1400" dirty="0"/>
              <a:t>readings in that hour.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Plot the sequence of monthly values for this one hour</a:t>
            </a:r>
          </a:p>
        </p:txBody>
      </p:sp>
    </p:spTree>
    <p:extLst>
      <p:ext uri="{BB962C8B-B14F-4D97-AF65-F5344CB8AC3E}">
        <p14:creationId xmlns:p14="http://schemas.microsoft.com/office/powerpoint/2010/main" val="190646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D597-19C4-F73C-911C-46379D43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F05712-5E9C-3A8B-CA05-7C9D16BE834A}"/>
              </a:ext>
            </a:extLst>
          </p:cNvPr>
          <p:cNvGrpSpPr/>
          <p:nvPr/>
        </p:nvGrpSpPr>
        <p:grpSpPr>
          <a:xfrm>
            <a:off x="1482598" y="1702767"/>
            <a:ext cx="4319649" cy="3224822"/>
            <a:chOff x="1482598" y="1702767"/>
            <a:chExt cx="4319649" cy="3224822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E52242B-B672-5A80-ECDE-41C87E9289C6}"/>
                </a:ext>
              </a:extLst>
            </p:cNvPr>
            <p:cNvCxnSpPr/>
            <p:nvPr/>
          </p:nvCxnSpPr>
          <p:spPr>
            <a:xfrm>
              <a:off x="3273732" y="21128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D31A9DD-61DF-3553-0698-2A2E3F7D9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378"/>
            <a:stretch>
              <a:fillRect/>
            </a:stretch>
          </p:blipFill>
          <p:spPr>
            <a:xfrm>
              <a:off x="1485090" y="2070980"/>
              <a:ext cx="1833461" cy="2011680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C37ACA1-441B-7B8C-54BD-E3911B697D86}"/>
                </a:ext>
              </a:extLst>
            </p:cNvPr>
            <p:cNvSpPr/>
            <p:nvPr/>
          </p:nvSpPr>
          <p:spPr>
            <a:xfrm>
              <a:off x="1906254" y="1955839"/>
              <a:ext cx="575616" cy="195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F51E607-A1F6-8F28-3F15-D71EB1C40D5E}"/>
                </a:ext>
              </a:extLst>
            </p:cNvPr>
            <p:cNvCxnSpPr>
              <a:cxnSpLocks/>
            </p:cNvCxnSpPr>
            <p:nvPr/>
          </p:nvCxnSpPr>
          <p:spPr>
            <a:xfrm>
              <a:off x="1913616" y="4130316"/>
              <a:ext cx="0" cy="2149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B5A19AF-C2FF-43B5-40F3-75FD7CDDB6A3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40" y="4105154"/>
              <a:ext cx="0" cy="2149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2AB26EA-6718-EB58-8191-B2ED9672C6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4240" y="4215288"/>
              <a:ext cx="4310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7ACF34F-8B17-57DB-3A64-542D2A9AA858}"/>
                </a:ext>
              </a:extLst>
            </p:cNvPr>
            <p:cNvCxnSpPr>
              <a:cxnSpLocks/>
            </p:cNvCxnSpPr>
            <p:nvPr/>
          </p:nvCxnSpPr>
          <p:spPr>
            <a:xfrm>
              <a:off x="1482598" y="4240450"/>
              <a:ext cx="4310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082BA5-7461-1BC6-BE2F-7AA43CD7D3E6}"/>
                </a:ext>
              </a:extLst>
            </p:cNvPr>
            <p:cNvSpPr txBox="1"/>
            <p:nvPr/>
          </p:nvSpPr>
          <p:spPr>
            <a:xfrm>
              <a:off x="2148175" y="4077304"/>
              <a:ext cx="12004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one day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F7BBC69-1F0B-4512-8FC1-C615CC4D23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8322" y="1957653"/>
              <a:ext cx="258170" cy="1058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419F2F8-F7E5-2B1D-88AD-70C435B781D2}"/>
                </a:ext>
              </a:extLst>
            </p:cNvPr>
            <p:cNvSpPr txBox="1"/>
            <p:nvPr/>
          </p:nvSpPr>
          <p:spPr>
            <a:xfrm>
              <a:off x="2069106" y="170276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0015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6C9CE5E-A44F-603B-FFC1-B9A25C5D1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3913" y="2481785"/>
              <a:ext cx="362253" cy="5576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EBA6F18-C93A-2651-0CE3-587182BDED3D}"/>
                </a:ext>
              </a:extLst>
            </p:cNvPr>
            <p:cNvSpPr txBox="1"/>
            <p:nvPr/>
          </p:nvSpPr>
          <p:spPr>
            <a:xfrm>
              <a:off x="3522520" y="2238119"/>
              <a:ext cx="12004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2400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73A9452-E24E-098F-2A51-B9778F5E966D}"/>
                </a:ext>
              </a:extLst>
            </p:cNvPr>
            <p:cNvSpPr txBox="1"/>
            <p:nvPr/>
          </p:nvSpPr>
          <p:spPr>
            <a:xfrm>
              <a:off x="2206492" y="4619812"/>
              <a:ext cx="87703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Month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CE5ABF0-4439-7F4C-7889-6C1F3274C5C0}"/>
                </a:ext>
              </a:extLst>
            </p:cNvPr>
            <p:cNvSpPr txBox="1"/>
            <p:nvPr/>
          </p:nvSpPr>
          <p:spPr>
            <a:xfrm>
              <a:off x="3522520" y="4619812"/>
              <a:ext cx="22797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… Month 2 … Month 3 … etc.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373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8574-3CFF-3904-1EBA-3AFBC4EE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02176A-1A7F-6C40-D147-CE792C11AD00}"/>
              </a:ext>
            </a:extLst>
          </p:cNvPr>
          <p:cNvGrpSpPr/>
          <p:nvPr/>
        </p:nvGrpSpPr>
        <p:grpSpPr>
          <a:xfrm>
            <a:off x="1478648" y="1768812"/>
            <a:ext cx="4182161" cy="2941124"/>
            <a:chOff x="1478648" y="1768812"/>
            <a:chExt cx="4182161" cy="294112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FE0E3C-7095-7AB2-C2D9-596976265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8431" t="5673" r="5103" b="2144"/>
            <a:stretch>
              <a:fillRect/>
            </a:stretch>
          </p:blipFill>
          <p:spPr>
            <a:xfrm>
              <a:off x="1633009" y="2179958"/>
              <a:ext cx="968825" cy="191442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59934E-B535-445B-800E-6F04031F11EF}"/>
                </a:ext>
              </a:extLst>
            </p:cNvPr>
            <p:cNvSpPr txBox="1"/>
            <p:nvPr/>
          </p:nvSpPr>
          <p:spPr>
            <a:xfrm>
              <a:off x="1915596" y="4402159"/>
              <a:ext cx="203841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Hour 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6ECFA67-D100-8EE7-2271-104BA3B2AD4A}"/>
                </a:ext>
              </a:extLst>
            </p:cNvPr>
            <p:cNvSpPr/>
            <p:nvPr/>
          </p:nvSpPr>
          <p:spPr>
            <a:xfrm>
              <a:off x="2263647" y="2921363"/>
              <a:ext cx="358346" cy="2594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03B27E-463E-CC7B-9A2C-A23768D09975}"/>
                </a:ext>
              </a:extLst>
            </p:cNvPr>
            <p:cNvSpPr/>
            <p:nvPr/>
          </p:nvSpPr>
          <p:spPr>
            <a:xfrm>
              <a:off x="1912507" y="3232204"/>
              <a:ext cx="358346" cy="2594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6446B1B-B660-4D3A-8449-E858A8D5BF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1411" y="2057804"/>
              <a:ext cx="258170" cy="1058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9F9DED-0417-6733-4088-907CFB7C0CCB}"/>
                </a:ext>
              </a:extLst>
            </p:cNvPr>
            <p:cNvSpPr txBox="1"/>
            <p:nvPr/>
          </p:nvSpPr>
          <p:spPr>
            <a:xfrm>
              <a:off x="2068859" y="1768812"/>
              <a:ext cx="8659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July 2018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49880E2-B677-AC2B-7A6D-C36A3ABAB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2549" y="2682013"/>
              <a:ext cx="362253" cy="5576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273FD6B-3CC7-6966-56A4-B4EF51CD720F}"/>
                </a:ext>
              </a:extLst>
            </p:cNvPr>
            <p:cNvSpPr txBox="1"/>
            <p:nvPr/>
          </p:nvSpPr>
          <p:spPr>
            <a:xfrm>
              <a:off x="2903530" y="2374236"/>
              <a:ext cx="12004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June 2019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D503E9-84B5-D14F-265C-54CC349774C7}"/>
                </a:ext>
              </a:extLst>
            </p:cNvPr>
            <p:cNvSpPr txBox="1"/>
            <p:nvPr/>
          </p:nvSpPr>
          <p:spPr>
            <a:xfrm>
              <a:off x="3647053" y="4402159"/>
              <a:ext cx="2013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… Hour 2 … Hour 3 … etc.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7D3C73E-6142-0079-9B21-FA56FA85C9B5}"/>
                </a:ext>
              </a:extLst>
            </p:cNvPr>
            <p:cNvCxnSpPr>
              <a:cxnSpLocks/>
            </p:cNvCxnSpPr>
            <p:nvPr/>
          </p:nvCxnSpPr>
          <p:spPr>
            <a:xfrm>
              <a:off x="1909666" y="4094382"/>
              <a:ext cx="0" cy="2149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B1FA878-A416-8BAA-FBA9-9FCC19D31FBD}"/>
                </a:ext>
              </a:extLst>
            </p:cNvPr>
            <p:cNvCxnSpPr>
              <a:cxnSpLocks/>
            </p:cNvCxnSpPr>
            <p:nvPr/>
          </p:nvCxnSpPr>
          <p:spPr>
            <a:xfrm>
              <a:off x="2570986" y="4094382"/>
              <a:ext cx="0" cy="2149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94C81A-4663-A22C-9F9C-CA7D9A27DE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0986" y="4204516"/>
              <a:ext cx="4310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28D510B-5D5A-86DC-E3C0-D09A63B221C7}"/>
                </a:ext>
              </a:extLst>
            </p:cNvPr>
            <p:cNvCxnSpPr>
              <a:cxnSpLocks/>
            </p:cNvCxnSpPr>
            <p:nvPr/>
          </p:nvCxnSpPr>
          <p:spPr>
            <a:xfrm>
              <a:off x="1478648" y="4204516"/>
              <a:ext cx="4310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3D3D4FF-6AE6-EB75-2CD8-D3BC104A60FC}"/>
                </a:ext>
              </a:extLst>
            </p:cNvPr>
            <p:cNvSpPr txBox="1"/>
            <p:nvPr/>
          </p:nvSpPr>
          <p:spPr>
            <a:xfrm>
              <a:off x="2943119" y="4026691"/>
              <a:ext cx="12004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one year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B83E3C5-5F15-66BB-94EA-1909C365B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8831"/>
            <a:stretch>
              <a:fillRect/>
            </a:stretch>
          </p:blipFill>
          <p:spPr>
            <a:xfrm>
              <a:off x="1504517" y="2038170"/>
              <a:ext cx="347079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300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B5B5665-86AF-4F6B-BA40-92C80C93DC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6" b="78108"/>
          <a:stretch/>
        </p:blipFill>
        <p:spPr>
          <a:xfrm>
            <a:off x="0" y="273378"/>
            <a:ext cx="12192000" cy="1227968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AE29676-30C6-57EB-C902-2D21B2D32A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34" b="-211"/>
          <a:stretch/>
        </p:blipFill>
        <p:spPr>
          <a:xfrm>
            <a:off x="-2063" y="1439568"/>
            <a:ext cx="12192000" cy="512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FE79B-C736-EB4C-6BF4-CB469236B349}"/>
              </a:ext>
            </a:extLst>
          </p:cNvPr>
          <p:cNvSpPr txBox="1"/>
          <p:nvPr/>
        </p:nvSpPr>
        <p:spPr>
          <a:xfrm>
            <a:off x="2466775" y="3118564"/>
            <a:ext cx="31251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Repeat for each hour</a:t>
            </a:r>
          </a:p>
        </p:txBody>
      </p:sp>
    </p:spTree>
    <p:extLst>
      <p:ext uri="{BB962C8B-B14F-4D97-AF65-F5344CB8AC3E}">
        <p14:creationId xmlns:p14="http://schemas.microsoft.com/office/powerpoint/2010/main" val="410063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1352-1C4F-0B95-6C02-0FEFAF8F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BB4C964-A22B-EFD6-AA0E-385B86DB0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0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A4BEA7-4716-7C15-630A-1B2136C7F235}"/>
                  </a:ext>
                </a:extLst>
              </p:cNvPr>
              <p:cNvSpPr txBox="1"/>
              <p:nvPr/>
            </p:nvSpPr>
            <p:spPr>
              <a:xfrm>
                <a:off x="5886430" y="4000542"/>
                <a:ext cx="3125111" cy="4406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as a</a:t>
                </a:r>
                <a:r>
                  <a:rPr lang="en-US" sz="1400" dirty="0"/>
                  <a:t> </a:t>
                </a:r>
                <a:r>
                  <a:rPr lang="en-US" sz="1200" dirty="0"/>
                  <a:t>percentage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Fuel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cell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A4BEA7-4716-7C15-630A-1B2136C7F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30" y="4000542"/>
                <a:ext cx="3125111" cy="440698"/>
              </a:xfrm>
              <a:prstGeom prst="rect">
                <a:avLst/>
              </a:prstGeom>
              <a:blipFill>
                <a:blip r:embed="rId2"/>
                <a:stretch>
                  <a:fillRect l="-195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770373-1208-F698-233F-6E0824E07801}"/>
                  </a:ext>
                </a:extLst>
              </p:cNvPr>
              <p:cNvSpPr txBox="1"/>
              <p:nvPr/>
            </p:nvSpPr>
            <p:spPr>
              <a:xfrm>
                <a:off x="5886430" y="2398721"/>
                <a:ext cx="3125111" cy="4406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as a</a:t>
                </a:r>
                <a:r>
                  <a:rPr lang="en-US" sz="1400" dirty="0"/>
                  <a:t> </a:t>
                </a:r>
                <a:r>
                  <a:rPr lang="en-US" sz="1200" dirty="0"/>
                  <a:t>percentage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Meter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770373-1208-F698-233F-6E0824E07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30" y="2398721"/>
                <a:ext cx="3125111" cy="440698"/>
              </a:xfrm>
              <a:prstGeom prst="rect">
                <a:avLst/>
              </a:prstGeom>
              <a:blipFill>
                <a:blip r:embed="rId3"/>
                <a:stretch>
                  <a:fillRect l="-195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148D972-D3A2-A5AB-BE04-A7B14E8602C4}"/>
              </a:ext>
            </a:extLst>
          </p:cNvPr>
          <p:cNvGrpSpPr/>
          <p:nvPr/>
        </p:nvGrpSpPr>
        <p:grpSpPr>
          <a:xfrm>
            <a:off x="4118043" y="239954"/>
            <a:ext cx="1491574" cy="6199757"/>
            <a:chOff x="3898927" y="-5"/>
            <a:chExt cx="1931183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958984-8623-C7E8-201E-6AE7B6268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9500" t="-1229" r="92459" b="1229"/>
            <a:stretch>
              <a:fillRect/>
            </a:stretch>
          </p:blipFill>
          <p:spPr>
            <a:xfrm>
              <a:off x="3898927" y="-5"/>
              <a:ext cx="1140002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AD8F84-8D8B-059D-EF5F-87F7ACD2E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9697"/>
            <a:stretch>
              <a:fillRect/>
            </a:stretch>
          </p:blipFill>
          <p:spPr>
            <a:xfrm>
              <a:off x="5140823" y="-5"/>
              <a:ext cx="689287" cy="68580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778986-84D6-D1C1-204E-9301B92D9CC7}"/>
                  </a:ext>
                </a:extLst>
              </p:cNvPr>
              <p:cNvSpPr txBox="1"/>
              <p:nvPr/>
            </p:nvSpPr>
            <p:spPr>
              <a:xfrm>
                <a:off x="5886430" y="5608846"/>
                <a:ext cx="3125111" cy="4406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as a</a:t>
                </a:r>
                <a:r>
                  <a:rPr lang="en-US" sz="1400" dirty="0"/>
                  <a:t> </a:t>
                </a:r>
                <a:r>
                  <a:rPr lang="en-US" sz="1200" dirty="0"/>
                  <a:t>percentage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Solar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778986-84D6-D1C1-204E-9301B92D9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30" y="5608846"/>
                <a:ext cx="3125111" cy="440698"/>
              </a:xfrm>
              <a:prstGeom prst="rect">
                <a:avLst/>
              </a:prstGeom>
              <a:blipFill>
                <a:blip r:embed="rId5"/>
                <a:stretch>
                  <a:fillRect l="-19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00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E094-9AB9-47B4-9BA6-C14B7CD8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687F8-7D73-DAF0-3510-E46D7E0944F6}"/>
              </a:ext>
            </a:extLst>
          </p:cNvPr>
          <p:cNvSpPr txBox="1"/>
          <p:nvPr/>
        </p:nvSpPr>
        <p:spPr>
          <a:xfrm>
            <a:off x="4714628" y="3275111"/>
            <a:ext cx="31208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Respond to the prompts in the handout.</a:t>
            </a: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18B8888-B0D1-AFDA-A95E-42A4313BB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99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3CD62C6-4450-7604-061C-DCC21ADFE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55951C0-D682-F3A4-670D-605A9CF84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2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184</Words>
  <Application>Microsoft Office PowerPoint</Application>
  <PresentationFormat>Widescreen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Layton</dc:creator>
  <cp:lastModifiedBy>Richard Layton</cp:lastModifiedBy>
  <cp:revision>25</cp:revision>
  <dcterms:created xsi:type="dcterms:W3CDTF">2024-02-11T21:35:54Z</dcterms:created>
  <dcterms:modified xsi:type="dcterms:W3CDTF">2026-02-07T20:00:25Z</dcterms:modified>
</cp:coreProperties>
</file>